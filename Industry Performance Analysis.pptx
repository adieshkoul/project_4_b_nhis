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4771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709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615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670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914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255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523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912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2045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996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708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1917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Industry Performance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Exploratory Data Analysis (EDA) and Supervised Machine Learning</a:t>
            </a:r>
          </a:p>
          <a:p>
            <a:r>
              <a:t>Prepared by Adiesh Koul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industry performance data</a:t>
            </a:r>
          </a:p>
          <a:p>
            <a:r>
              <a:t>• Perform EDA</a:t>
            </a:r>
          </a:p>
          <a:p>
            <a:r>
              <a:t>• Build machine learning models</a:t>
            </a:r>
          </a:p>
          <a:p>
            <a:r>
              <a:t>• Generate business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7" y="2286000"/>
            <a:ext cx="3599608" cy="4023360"/>
          </a:xfrm>
        </p:spPr>
        <p:txBody>
          <a:bodyPr/>
          <a:lstStyle/>
          <a:p>
            <a:r>
              <a:rPr dirty="0"/>
              <a:t>• 15,000 records</a:t>
            </a:r>
          </a:p>
          <a:p>
            <a:r>
              <a:rPr dirty="0"/>
              <a:t>• 12 variables</a:t>
            </a:r>
          </a:p>
          <a:p>
            <a:r>
              <a:rPr dirty="0"/>
              <a:t>• Numerical, categorical and date features</a:t>
            </a:r>
          </a:p>
          <a:p>
            <a:r>
              <a:rPr dirty="0"/>
              <a:t>• Industry, revenue, employees, customers, ratings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0F1B83-AC12-1958-3F02-B22DD7AE8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297" y="2286000"/>
            <a:ext cx="4000847" cy="35131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exploration</a:t>
            </a:r>
          </a:p>
          <a:p>
            <a:r>
              <a:t>• Univariate analysis</a:t>
            </a:r>
          </a:p>
          <a:p>
            <a:r>
              <a:t>• Bivariate analysis</a:t>
            </a:r>
          </a:p>
          <a:p>
            <a:r>
              <a:t>• Multivariate analysis</a:t>
            </a:r>
          </a:p>
          <a:p>
            <a:r>
              <a:t>• Outlier detection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Univariate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2422143" cy="4023360"/>
          </a:xfrm>
        </p:spPr>
        <p:txBody>
          <a:bodyPr/>
          <a:lstStyle/>
          <a:p>
            <a:r>
              <a:rPr dirty="0"/>
              <a:t>• Studied individual variables</a:t>
            </a:r>
          </a:p>
          <a:p>
            <a:r>
              <a:rPr dirty="0"/>
              <a:t>• Calculated mean, median, standard deviation</a:t>
            </a:r>
          </a:p>
          <a:p>
            <a:r>
              <a:rPr dirty="0"/>
              <a:t>• Measured skewness and kurtosis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8935CA-7F1B-56D2-4901-09D300C21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050" y="2286000"/>
            <a:ext cx="5143500" cy="37433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Bivariate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7" y="2286000"/>
            <a:ext cx="3438144" cy="4023360"/>
          </a:xfrm>
        </p:spPr>
        <p:txBody>
          <a:bodyPr/>
          <a:lstStyle/>
          <a:p>
            <a:r>
              <a:rPr dirty="0"/>
              <a:t>• Examined relationships between variables</a:t>
            </a:r>
          </a:p>
          <a:p>
            <a:r>
              <a:rPr dirty="0"/>
              <a:t>• Correlation analysis</a:t>
            </a:r>
          </a:p>
          <a:p>
            <a:r>
              <a:rPr dirty="0"/>
              <a:t>• Scatter plots and comparison charts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71D7F5-8076-39BD-34D8-1929E44FC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862" y="2285999"/>
            <a:ext cx="4282658" cy="31329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Outlier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7" y="2286000"/>
            <a:ext cx="2747263" cy="4023360"/>
          </a:xfrm>
        </p:spPr>
        <p:txBody>
          <a:bodyPr/>
          <a:lstStyle/>
          <a:p>
            <a:r>
              <a:rPr dirty="0"/>
              <a:t>• Boxplots</a:t>
            </a:r>
          </a:p>
          <a:p>
            <a:r>
              <a:rPr dirty="0"/>
              <a:t>• IQR Method</a:t>
            </a:r>
          </a:p>
          <a:p>
            <a:r>
              <a:rPr dirty="0"/>
              <a:t>• Z-Score Method</a:t>
            </a:r>
          </a:p>
          <a:p>
            <a:r>
              <a:rPr dirty="0"/>
              <a:t>• Outliers retained as genuine business cases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75EFD2-565D-9055-1A46-789B5106F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761" y="2286000"/>
            <a:ext cx="4657725" cy="37433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Revenue is positively skewed</a:t>
            </a:r>
          </a:p>
          <a:p>
            <a:r>
              <a:t>• Employee count relates to revenue</a:t>
            </a:r>
          </a:p>
          <a:p>
            <a:r>
              <a:t>• Customer count influences revenue</a:t>
            </a:r>
          </a:p>
          <a:p>
            <a:r>
              <a:t>• Technology sector performs strongly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 Used:</a:t>
            </a:r>
          </a:p>
          <a:p>
            <a:r>
              <a:t>• Linear Regression</a:t>
            </a:r>
          </a:p>
          <a:p>
            <a:r>
              <a:t>• Random Forest Regressor</a:t>
            </a:r>
          </a:p>
          <a:p>
            <a:r>
              <a:t>Target Variable: Annual Revenue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Compared model performance using R² and MAE</a:t>
            </a:r>
          </a:p>
          <a:p>
            <a:r>
              <a:t>• Random Forest selected as the better-performing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A3001D-2CB2-8835-E80E-CBEB1AC1D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622002"/>
            <a:ext cx="5978144" cy="16655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Supports industry benchmarking</a:t>
            </a:r>
          </a:p>
          <a:p>
            <a:r>
              <a:t>• Helps understand growth patterns</a:t>
            </a:r>
          </a:p>
          <a:p>
            <a:r>
              <a:t>• Useful for strategic decision-making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Completed EDA and machine learning workflow</a:t>
            </a:r>
          </a:p>
          <a:p>
            <a:r>
              <a:t>• Generated actionable business insights</a:t>
            </a:r>
          </a:p>
          <a:p>
            <a:r>
              <a:t>• Demonstrated data analytics using Python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13</TotalTime>
  <Words>223</Words>
  <Application>Microsoft Office PowerPoint</Application>
  <PresentationFormat>On-screen Show (4:3)</PresentationFormat>
  <Paragraphs>53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Tw Cen MT</vt:lpstr>
      <vt:lpstr>Tw Cen MT Condensed</vt:lpstr>
      <vt:lpstr>Wingdings 3</vt:lpstr>
      <vt:lpstr>Integral</vt:lpstr>
      <vt:lpstr>Industry Performance Analysis</vt:lpstr>
      <vt:lpstr>Project Overview</vt:lpstr>
      <vt:lpstr>Dataset Information</vt:lpstr>
      <vt:lpstr>EDA Process</vt:lpstr>
      <vt:lpstr>Univariate Analysis</vt:lpstr>
      <vt:lpstr>Bivariate Analysis</vt:lpstr>
      <vt:lpstr>Outlier Detection</vt:lpstr>
      <vt:lpstr>Key Insights</vt:lpstr>
      <vt:lpstr>Machine Learning</vt:lpstr>
      <vt:lpstr>Model Results</vt:lpstr>
      <vt:lpstr>Business Implications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ADIESH KOUL</cp:lastModifiedBy>
  <cp:revision>2</cp:revision>
  <dcterms:created xsi:type="dcterms:W3CDTF">2013-01-27T09:14:16Z</dcterms:created>
  <dcterms:modified xsi:type="dcterms:W3CDTF">2026-06-01T08:24:33Z</dcterms:modified>
  <cp:category/>
</cp:coreProperties>
</file>